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4 Foundation Training (Voucher Included)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C348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21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ITIL 4 certified — IT service management, service operations and continual improvement.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on IT service management, IT infrastructure and IT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IT service management or IT support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improve in your service operations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Key Concepts of Service Management and the ITIL Guiding Principles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Understand Key Concepts of Service Management (Lab 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The Four Dimensions of Service Management and the Service Value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ITIL Guiding Principles (Lab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The Four Dimensions of Service Management (Lab 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The Service Value System (Lab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ITIL Practices, Capstone Labs and Exam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ITIL Practices (Labs 5–8)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key concepts of service management, including services, value, outcomes, costs, risks, utility and warranty, and the roles of service providers and consumers.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Guiding Principles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the seven ITIL guiding principles to service management decisions and improvement initiatives in the workplace.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four dimensions of service management and evaluate how each dimension affects the delivery of a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Service Value 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ITIL service value system and the six service value chain activities, and apply the continual improvement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Practices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purpose of the key ITIL practices and apply them to incident, problem, change and service request scenarios.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 Service Management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IT Service Management?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means of enabling value co-creation by facilitating outcomes customers want, without the customer managing specific costs and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set of specialised organisational capabilities for enabling value to customers in the form of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source of good practice in IT service management — validated across diverse environments and situations.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Value co-creation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Value is not delivered TO the consumer; it is co-created WITH them through an active service relationship.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How the ITIL Service Value System Fits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Opportunity (options to add value) and demand (the need for services) trigger the SVS activities.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Guiding principles and governance steer the service value chain, supported by the practices and continual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Value co-created with stakeholders — outcomes enabled, costs and risks removed, continually improved.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Value is co-created, not delivered.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ITIL SVS describes how every component and activity works together as a system to enable value creation.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Core Distinctions You Must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Utility vs Warranty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Utility — what the service DOES; functionality offered to meet a need. Fit for purpose.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Warranty — how the service PERFORMS; availability, capacity, reliability, security, continuity. Fit for use.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service needs BOTH to deliver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Output vs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Output — a tangible or intangible deliverable of an activity.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Outcome — a result for a stakeholder, enabled by one or more outputs.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Outputs are what you produce; outcomes are why the consumer cared.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Costs and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service should REMOVE costs and risks from the consumer.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Consuming a service also IMPOSES costs and risks of its own.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Value is judged on the net effect of both.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BrightDesk Services scenario for the lab.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 the tables and classifications in your small group.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Justify every classification and mapping you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 your group's findings and defend your conclusions.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Cross-check against the ITIL definitions in the Learner Guide.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Understand Key Concepts of Service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Services · Value · Outcomes, Costs and Risks · Providers and Consumers · Utility and Warranty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service is a means of enabling value co-creation by facilitating outcomes customers want to achieve, without the customer having to manage specific costs and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management is a set of specialised organisational capabilities for enabling value to customers in the form of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is co-created through an active relationship between the service provider and the service consumer.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consumers take on the roles of customer, user and sponsor; providers deliver service offerings made up of goods, access to resources and service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Outputs are deliverables of an activity; outcomes are the results a stakeholder actually achieves, enabled by those outputs.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Utility is what the service does (fit for purpose); warranty is how the service performs (fit for use).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Management, Value Co-Creation, Utility and Warranty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the BrightDesk Employee Digital Workplace scenario: identify the service, provider, consumer and users; separate outputs from outcomes; define utility and warranty; and map the costs and risks the service imposes on and removes from the consumer.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labs/lab-01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can state the service, its provider, consumer roles and users; separates every output from its outcome; and defends its utility, warranty, cost and risk mappings.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Explain services, value co-creation, outputs vs outcomes, costs, risks, utility and warranty (LO1)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Guiding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Focus on Value · Start Where You Are · Progress Iteratively · Collaborate · Think Holistically · Keep It Simple · Optimize and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guiding principle is a recommendation that guides an organisation in all circumstances, regardless of changes in goals, strategies or type of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Focus on value: everything the organisation does should link back, directly or indirectly, to value for itself, its customers and its stakeholders.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where you are: assess and reuse what already exists rather than discarding it and rebuilding from scratch.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Progress iteratively with feedback: organise work into smaller manageable sections, executed and completed in a timely manner, using feedback at each iteration.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Collaborate and promote visibility: involve the right people in the right roles to improve buy-in, relevance and the likelihood of long-term success.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Think and work holistically, keep it simple and practical, and optimize before you automate.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Seven Guiding Principles and Decision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each of the seven guiding principles to a set of BrightDesk decision scenarios, stating what the principle would have you do — and stop doing — in each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labs/lab-02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can name all seven guiding principles and, for each decision scenario, justify which principle applies and what it changes in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Apply the seven ITIL guiding principles to service management decisions (LO2)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Four Dimensions of Service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Organizations and People · Information and Technology · Partners and Suppliers · Value Streams and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four dimensions ensure a holistic approach to service management; every component of the SVS must be considered from all four.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Organizations and people covers roles, responsibilities, structures, culture and the competencies needed to deliver the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Information and technology covers the information and knowledge required, plus the technologies that support and enable the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Partners and suppliers covers relationships with other organisations involved in the design, deployment, delivery and support of services.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streams and processes covers how the parts of the organisation work together, in an integrated and coordinated way, to enable value creation.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factors — political, economic, social, technological, legal and environmental (PESTLE) — constrain and shape all four dimensions.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Four Dimensions of Service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Analyse the BrightDesk service across organizations and people, information and technology, partners and suppliers, and value streams and processes; apply PESTLE to the external factors; and identify the weakest dimension.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labs/lab-03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findings under all four dimensions, has applied PESTLE to the external factors, and can defend which dimension is the weakest and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Evaluate a service across the four dimensions of service management and PESTLE factors (LO3)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Service Value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ITIL SVS · Plan · Improve · Engage · Design and Transition · Obtain/Build · Deliver and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ITIL service value system describes how all components and activities of the organisation work together as a system to enable value creation.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SVS comprises guiding principles, governance, the service value chain, practices and continual improvement; its inputs are opportunity and demand.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service value chain is a set of six interconnected activities an organisation performs to deliver a valuable product or service to its consumers.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ensures a shared understanding of vision, status and improvement direction; improve ensures continual improvement of products, services and practices.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Engage provides understanding of stakeholder needs and transparency; design and transition ensures products and services continually meet expectations.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continual improvement model runs from 'What is the vision?' through to 'How do we keep the momentum going?' in seven steps.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Value System and Service Value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the BrightDesk SVS: identify opportunity and demand as inputs, then trace a request through the six value chain activities, listing the inputs and outputs of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labs/lab-04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traced a request end-to-end through all six value chain activities, with a named input and output for each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Explain the ITIL service value system and the six service value chain activities (LO4)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Continual Improvement · Change Enablement · Incident · Problem · Service Request · Service Desk · Service Level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practice is a set of organisational resources designed for performing work or accomplishing an objective; ITIL 4 defines 34 practices in three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Incident management minimises the negative impact of incidents by restoring normal service operation as quickly as 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Problem management reduces the likelihood and impact of incidents by identifying actual and potential causes; a known error is an analysed problem not yet resolved.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enablement maximises the number of successful IT changes by ensuring risks are properly assessed and changes authorised by a change authority.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service desk captures demand for incident resolution and service requests, and is the entry point and single point of contact for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level management sets clear business-based targets for service performance, documented in service level agreements (SLAs).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Incident, Problem, Service Request, Service Desk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Enablement, Release and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Level Management, Continual Improvement and Metrics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ITIL Capstone and Exam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Triage a morning's BrightDesk contacts: classify each as an incident, problem, known error or service request, justify the classification, and design the handling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labs/lab-05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classified every contact in the morning's queue as incident, problem, known error or service request, and can justify each handling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Classify BrightDesk changes as standard, normal or emergency; assign the right change authority; and distinguish deployment from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labs/lab-06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classified every change as standard, normal or emergency with the right change authority, and can state the difference between release and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business-based SLA targets for the BrightDesk service, avoid the watermelon SLA, and run the seven-step continual improvement model against a real shortfall.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labs/lab-07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business-based SLA targets (not just technical metrics) and a completed seven-step continual improvement plan for the shortfall.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Bring the whole course together on the BrightDesk improvement case, then work exam-style questions across all five topics.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labs/lab-08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completed the BrightDesk improvement case and reviewed its answers to the exam-style questions across all five topics.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incident, problem, service request and service desk practices to real contacts (LO5)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change enablement and distinguish change types, change authorities, release and deployment (LO5)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service level management and the continual improvement model to service performance (LO5, LO4)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Consolidate all five topics and rehearse ITIL 4 Foundation exam-style questions (LO1–LO5)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key concepts of service management, including services, value, outcomes, costs, risks, utility and warranty, and the roles of service providers and consumers.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Guiding Principles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the seven ITIL guiding principles to service management decisions and improvement initiatives in the workplace.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four dimensions of service management and evaluate how each dimension affects the delivery of a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Service Value 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ITIL service value system and the six service value chain activities, and apply the continual improvement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Practices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purpose of the key ITIL practices and apply them to incident, problem, change and service request scenarios.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ITIL 4 Foundation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course fee includes an official ITIL 4 Foundation exam voucher — book your exam while the material is fresh.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key concepts and definitions in each topic of the Learner Guide.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Re-read the seven guiding principles and be able to apply each to a scenario.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Memorise the purpose statements of the ITIL practices covered in Topic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able to distinguish incident, problem, known error, workaround, service request and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6772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6772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59652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9652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3428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Attempt the practice exam and review every explanation: https://exams.tertiaryinfotech.com/practice-exams/axelos/axelos-itil4-foundation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SERVICE MANAGEMENT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apply ITIL 4 service management practices in your organisation — and to sit the ITIL 4 Foundation exam with your included voucher.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